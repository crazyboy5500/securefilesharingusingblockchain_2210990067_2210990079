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69" r:id="rId5"/>
    <p:sldId id="271" r:id="rId6"/>
    <p:sldId id="273" r:id="rId7"/>
    <p:sldId id="282" r:id="rId8"/>
    <p:sldId id="274" r:id="rId9"/>
    <p:sldId id="275" r:id="rId10"/>
    <p:sldId id="277" r:id="rId11"/>
    <p:sldId id="279" r:id="rId12"/>
    <p:sldId id="283" r:id="rId13"/>
    <p:sldId id="285" r:id="rId14"/>
    <p:sldId id="287" r:id="rId15"/>
    <p:sldId id="268" r:id="rId16"/>
  </p:sldIdLst>
  <p:sldSz cx="9144000" cy="6858000" type="screen4x3"/>
  <p:notesSz cx="7559675" cy="10691495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27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 File Sharing using Blockchain</a:t>
            </a:r>
            <a:endParaRPr lang="en-IN" alt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I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Aditya Kumar (2210990067)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Agrim (2210990079)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Gifty Gupta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Growing need for secure file sharing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systems are centralized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problems: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54100" lvl="1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breaches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54100" lvl="1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point of failure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54100" lvl="1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transparency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54100" lvl="1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Solution : Blockchain + IPFS - a secure &amp; decentralized system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0">
              <a:buClr>
                <a:srgbClr val="000000"/>
              </a:buClr>
              <a:buSzPct val="305000"/>
              <a:buFont typeface="Arial" panose="020B0604020202020204" pitchFamily="34" charset="0"/>
              <a:buNone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altLang="en-GB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 algn="just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storage is vulnerable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 algn="just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integrity is not guaranteed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 algn="just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risk of unauthorized access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 algn="just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Expensive and inefficient storage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IPFS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file storage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Blockchain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hash storage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Smart Contracts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management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Wingdings" panose="05000000000000000000" charset="0"/>
              <a:buChar char="ü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Wingdings" panose="05000000000000000000" charset="0"/>
              <a:buChar char="ü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Wingdings" panose="05000000000000000000" charset="0"/>
              <a:buChar char="ü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Immutable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altLang="en-GB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indent="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None/>
            </a:pPr>
            <a:r>
              <a:rPr lang="en-IN" altLang="en-US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Layers:</a:t>
            </a:r>
            <a:endParaRPr lang="en-IN" alt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None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654050" lvl="0" indent="-514350">
              <a:buClr>
                <a:srgbClr val="000000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 (React.js)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54050" lvl="0" indent="-514350">
              <a:buClr>
                <a:srgbClr val="000000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IPFS Storage (Pinata)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54050" lvl="0" indent="-514350">
              <a:buClr>
                <a:srgbClr val="000000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Blockchain Layer (Ethereum)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54050" lvl="0" indent="-514350">
              <a:buClr>
                <a:srgbClr val="000000"/>
              </a:buClr>
              <a:buSzPct val="120000"/>
              <a:buFont typeface="Arial" panose="020B0604020202020204" pitchFamily="34" charset="0"/>
              <a:buAutoNum type="arabicPeriod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Layer (MetaMask)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altLang="en-GB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3291707" y="1661311"/>
            <a:ext cx="1642351" cy="6682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altLang="en-US" sz="1720" b="1" dirty="0">
                <a:solidFill>
                  <a:schemeClr val="accent1"/>
                </a:solidFill>
                <a:latin typeface="+mj-lt"/>
              </a:rPr>
              <a:t>Generate CID (hash)</a:t>
            </a:r>
            <a:endParaRPr lang="en-IN" altLang="en-US" sz="172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2"/>
            </p:custDataLst>
          </p:nvPr>
        </p:nvCxnSpPr>
        <p:spPr>
          <a:xfrm flipV="1">
            <a:off x="337020" y="1769623"/>
            <a:ext cx="0" cy="1101577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 flipV="1">
            <a:off x="3133144" y="1740490"/>
            <a:ext cx="0" cy="1101577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4"/>
            </p:custDataLst>
          </p:nvPr>
        </p:nvCxnSpPr>
        <p:spPr>
          <a:xfrm rot="10800000" flipV="1">
            <a:off x="1730530" y="4045002"/>
            <a:ext cx="0" cy="1101577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任意多边形 2"/>
          <p:cNvSpPr/>
          <p:nvPr>
            <p:custDataLst>
              <p:tags r:id="rId5"/>
            </p:custDataLst>
          </p:nvPr>
        </p:nvSpPr>
        <p:spPr>
          <a:xfrm>
            <a:off x="334592" y="2814149"/>
            <a:ext cx="927995" cy="121325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29" h="1999">
                <a:moveTo>
                  <a:pt x="0" y="0"/>
                </a:moveTo>
                <a:lnTo>
                  <a:pt x="1529" y="0"/>
                </a:lnTo>
                <a:lnTo>
                  <a:pt x="1529" y="1999"/>
                </a:lnTo>
                <a:lnTo>
                  <a:pt x="764" y="1514"/>
                </a:lnTo>
                <a:lnTo>
                  <a:pt x="0" y="19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0000"/>
                  <a:lumOff val="1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240951" rIns="103178" bIns="29254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1">
                      <a:alpha val="50000"/>
                    </a:schemeClr>
                  </a:outerShdw>
                </a:effectLst>
                <a:latin typeface="+mn-lt"/>
                <a:sym typeface="+mn-lt"/>
              </a:rPr>
              <a:t>01</a:t>
            </a:r>
            <a:endParaRPr lang="en-US" sz="2675" b="1" dirty="0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chemeClr val="accent1">
                    <a:alpha val="50000"/>
                  </a:scheme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1729316" y="2814149"/>
            <a:ext cx="927995" cy="1232067"/>
          </a:xfrm>
          <a:prstGeom prst="rect">
            <a:avLst/>
          </a:pr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2">
                      <a:alpha val="50000"/>
                    </a:schemeClr>
                  </a:outerShdw>
                </a:effectLst>
                <a:latin typeface="+mn-lt"/>
                <a:sym typeface="+mn-lt"/>
              </a:rPr>
              <a:t>02</a:t>
            </a:r>
            <a:endParaRPr lang="en-US" sz="2675" b="1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chemeClr val="accent2">
                    <a:alpha val="50000"/>
                  </a:scheme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2" name="矩形 4"/>
          <p:cNvSpPr/>
          <p:nvPr>
            <p:custDataLst>
              <p:tags r:id="rId7"/>
            </p:custDataLst>
          </p:nvPr>
        </p:nvSpPr>
        <p:spPr>
          <a:xfrm>
            <a:off x="3131323" y="2814149"/>
            <a:ext cx="927995" cy="1232067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  <a:lumOff val="1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1">
                      <a:alpha val="50000"/>
                    </a:schemeClr>
                  </a:outerShdw>
                </a:effectLst>
                <a:latin typeface="+mn-lt"/>
                <a:sym typeface="+mn-lt"/>
              </a:rPr>
              <a:t>03</a:t>
            </a:r>
            <a:endParaRPr lang="en-US" sz="2675" b="1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chemeClr val="accent1">
                    <a:alpha val="50000"/>
                  </a:scheme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11" name="平行四边形 10"/>
          <p:cNvSpPr/>
          <p:nvPr>
            <p:custDataLst>
              <p:tags r:id="rId8"/>
            </p:custDataLst>
          </p:nvPr>
        </p:nvSpPr>
        <p:spPr>
          <a:xfrm rot="5400000">
            <a:off x="875973" y="3192873"/>
            <a:ext cx="1232674" cy="474619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2" name="平行四边形 11"/>
          <p:cNvSpPr/>
          <p:nvPr>
            <p:custDataLst>
              <p:tags r:id="rId9"/>
            </p:custDataLst>
          </p:nvPr>
        </p:nvSpPr>
        <p:spPr>
          <a:xfrm rot="5400000">
            <a:off x="2277980" y="3192873"/>
            <a:ext cx="1232674" cy="474619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9" name="矩形 7"/>
          <p:cNvSpPr/>
          <p:nvPr>
            <p:custDataLst>
              <p:tags r:id="rId10"/>
            </p:custDataLst>
          </p:nvPr>
        </p:nvSpPr>
        <p:spPr>
          <a:xfrm>
            <a:off x="1941134" y="4531369"/>
            <a:ext cx="1658737" cy="544416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altLang="en-US" sz="1720" b="1" dirty="0">
                <a:solidFill>
                  <a:schemeClr val="accent2"/>
                </a:solidFill>
                <a:latin typeface="+mj-lt"/>
              </a:rPr>
              <a:t>Upload to IPFS</a:t>
            </a:r>
            <a:endParaRPr lang="en-IN" altLang="en-US" sz="172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547624" y="1353876"/>
            <a:ext cx="1642351" cy="6682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altLang="en-US" sz="1720" b="1" dirty="0">
                <a:solidFill>
                  <a:schemeClr val="accent1"/>
                </a:solidFill>
                <a:latin typeface="+mj-lt"/>
              </a:rPr>
              <a:t>Select file</a:t>
            </a:r>
            <a:endParaRPr lang="en-IN" altLang="en-US" sz="172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矩形 3"/>
          <p:cNvSpPr/>
          <p:nvPr>
            <p:custDataLst>
              <p:tags r:id="rId12"/>
            </p:custDataLst>
          </p:nvPr>
        </p:nvSpPr>
        <p:spPr>
          <a:xfrm>
            <a:off x="4536651" y="2812879"/>
            <a:ext cx="927995" cy="1232067"/>
          </a:xfrm>
          <a:prstGeom prst="rect">
            <a:avLst/>
          </a:pr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2">
                      <a:alpha val="50000"/>
                    </a:schemeClr>
                  </a:outerShdw>
                </a:effectLst>
                <a:latin typeface="+mn-lt"/>
                <a:sym typeface="+mn-lt"/>
              </a:rPr>
              <a:t>0</a:t>
            </a:r>
            <a:r>
              <a:rPr lang="en-IN" alt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2">
                      <a:alpha val="50000"/>
                    </a:schemeClr>
                  </a:outerShdw>
                </a:effectLst>
                <a:latin typeface="+mn-lt"/>
                <a:sym typeface="+mn-lt"/>
              </a:rPr>
              <a:t>4</a:t>
            </a:r>
            <a:endParaRPr lang="en-IN" altLang="en-US" sz="2675" b="1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chemeClr val="accent2">
                    <a:alpha val="50000"/>
                  </a:scheme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14" name="平行四边形 10"/>
          <p:cNvSpPr/>
          <p:nvPr>
            <p:custDataLst>
              <p:tags r:id="rId13"/>
            </p:custDataLst>
          </p:nvPr>
        </p:nvSpPr>
        <p:spPr>
          <a:xfrm rot="5400000">
            <a:off x="3680133" y="3192238"/>
            <a:ext cx="1232674" cy="474619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cxnSp>
        <p:nvCxnSpPr>
          <p:cNvPr id="15" name="直接连接符 23"/>
          <p:cNvCxnSpPr/>
          <p:nvPr>
            <p:custDataLst>
              <p:tags r:id="rId14"/>
            </p:custDataLst>
          </p:nvPr>
        </p:nvCxnSpPr>
        <p:spPr>
          <a:xfrm rot="10800000" flipV="1">
            <a:off x="4526435" y="3974517"/>
            <a:ext cx="0" cy="1101577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7"/>
          <p:cNvSpPr/>
          <p:nvPr>
            <p:custDataLst>
              <p:tags r:id="rId15"/>
            </p:custDataLst>
          </p:nvPr>
        </p:nvSpPr>
        <p:spPr>
          <a:xfrm>
            <a:off x="4710369" y="4532004"/>
            <a:ext cx="1658737" cy="544416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altLang="en-US" sz="1720" b="1" dirty="0">
                <a:solidFill>
                  <a:schemeClr val="accent2"/>
                </a:solidFill>
                <a:latin typeface="+mj-lt"/>
              </a:rPr>
              <a:t>Store CID on blockchain</a:t>
            </a:r>
            <a:endParaRPr lang="en-IN" altLang="en-US" sz="172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3" name="矩形 4"/>
          <p:cNvSpPr/>
          <p:nvPr>
            <p:custDataLst>
              <p:tags r:id="rId16"/>
            </p:custDataLst>
          </p:nvPr>
        </p:nvSpPr>
        <p:spPr>
          <a:xfrm>
            <a:off x="5920878" y="2814784"/>
            <a:ext cx="927995" cy="1232067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  <a:lumOff val="10000"/>
                  <a:alpha val="100000"/>
                </a:schemeClr>
              </a:gs>
              <a:gs pos="70000">
                <a:schemeClr val="accent1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1">
                      <a:alpha val="50000"/>
                    </a:schemeClr>
                  </a:outerShdw>
                </a:effectLst>
                <a:latin typeface="+mn-lt"/>
                <a:sym typeface="+mn-lt"/>
              </a:rPr>
              <a:t>0</a:t>
            </a:r>
            <a:r>
              <a:rPr lang="en-IN" alt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1">
                      <a:alpha val="50000"/>
                    </a:schemeClr>
                  </a:outerShdw>
                </a:effectLst>
                <a:latin typeface="+mn-lt"/>
                <a:sym typeface="+mn-lt"/>
              </a:rPr>
              <a:t>5</a:t>
            </a:r>
            <a:endParaRPr lang="en-IN" altLang="en-US" sz="2675" b="1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chemeClr val="accent1">
                    <a:alpha val="50000"/>
                  </a:scheme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25" name="平行四边形 11"/>
          <p:cNvSpPr/>
          <p:nvPr>
            <p:custDataLst>
              <p:tags r:id="rId17"/>
            </p:custDataLst>
          </p:nvPr>
        </p:nvSpPr>
        <p:spPr>
          <a:xfrm rot="5400000">
            <a:off x="5067535" y="3193508"/>
            <a:ext cx="1232674" cy="474619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6" name="矩形 21"/>
          <p:cNvSpPr/>
          <p:nvPr>
            <p:custDataLst>
              <p:tags r:id="rId18"/>
            </p:custDataLst>
          </p:nvPr>
        </p:nvSpPr>
        <p:spPr>
          <a:xfrm>
            <a:off x="6035542" y="1367941"/>
            <a:ext cx="1642351" cy="6682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altLang="en-US" sz="1720" b="1" dirty="0">
                <a:solidFill>
                  <a:schemeClr val="accent1"/>
                </a:solidFill>
                <a:latin typeface="+mj-lt"/>
              </a:rPr>
              <a:t>Retrieve file</a:t>
            </a:r>
            <a:endParaRPr lang="en-IN" altLang="en-US" sz="1720" b="1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27" name="直接连接符 19"/>
          <p:cNvCxnSpPr/>
          <p:nvPr>
            <p:custDataLst>
              <p:tags r:id="rId19"/>
            </p:custDataLst>
          </p:nvPr>
        </p:nvCxnSpPr>
        <p:spPr>
          <a:xfrm flipV="1">
            <a:off x="5935399" y="1770335"/>
            <a:ext cx="0" cy="1101577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3"/>
          <p:cNvSpPr/>
          <p:nvPr>
            <p:custDataLst>
              <p:tags r:id="rId20"/>
            </p:custDataLst>
          </p:nvPr>
        </p:nvSpPr>
        <p:spPr>
          <a:xfrm>
            <a:off x="7330651" y="2814784"/>
            <a:ext cx="927995" cy="1232067"/>
          </a:xfrm>
          <a:prstGeom prst="rect">
            <a:avLst/>
          </a:prstGeom>
          <a:gradFill>
            <a:gsLst>
              <a:gs pos="0">
                <a:schemeClr val="accent2">
                  <a:lumMod val="90000"/>
                  <a:lumOff val="10000"/>
                  <a:alpha val="100000"/>
                </a:schemeClr>
              </a:gs>
              <a:gs pos="70000">
                <a:schemeClr val="accent2">
                  <a:lumMod val="70000"/>
                  <a:lumOff val="30000"/>
                  <a:alpha val="100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03178" tIns="103178" rIns="103178" bIns="103178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2">
                      <a:alpha val="50000"/>
                    </a:schemeClr>
                  </a:outerShdw>
                </a:effectLst>
                <a:latin typeface="+mn-lt"/>
                <a:sym typeface="+mn-lt"/>
              </a:rPr>
              <a:t>0</a:t>
            </a:r>
            <a:r>
              <a:rPr lang="en-IN" altLang="en-US" sz="2675" b="1">
                <a:gradFill flip="none" rotWithShape="1">
                  <a:gsLst>
                    <a:gs pos="0">
                      <a:schemeClr val="lt1">
                        <a:lumMod val="100000"/>
                      </a:schemeClr>
                    </a:gs>
                    <a:gs pos="100000">
                      <a:srgbClr val="FFFFFF">
                        <a:alpha val="74902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50800" dist="38100" dir="5400000" algn="t" rotWithShape="0">
                    <a:schemeClr val="accent2">
                      <a:alpha val="50000"/>
                    </a:schemeClr>
                  </a:outerShdw>
                </a:effectLst>
                <a:latin typeface="+mn-lt"/>
                <a:sym typeface="+mn-lt"/>
              </a:rPr>
              <a:t>6</a:t>
            </a:r>
            <a:endParaRPr lang="en-IN" altLang="en-US" sz="2675" b="1">
              <a:gradFill flip="none" rotWithShape="1">
                <a:gsLst>
                  <a:gs pos="0">
                    <a:schemeClr val="lt1">
                      <a:lumMod val="100000"/>
                    </a:schemeClr>
                  </a:gs>
                  <a:gs pos="100000">
                    <a:srgbClr val="FFFFFF">
                      <a:alpha val="74902"/>
                    </a:srgbClr>
                  </a:gs>
                </a:gsLst>
                <a:lin ang="5400000" scaled="0"/>
                <a:tileRect/>
              </a:gradFill>
              <a:effectLst>
                <a:outerShdw blurRad="50800" dist="38100" dir="5400000" algn="t" rotWithShape="0">
                  <a:schemeClr val="accent2">
                    <a:alpha val="50000"/>
                  </a:schemeClr>
                </a:outerShdw>
              </a:effectLst>
              <a:latin typeface="+mn-lt"/>
              <a:sym typeface="+mn-lt"/>
            </a:endParaRPr>
          </a:p>
        </p:txBody>
      </p:sp>
      <p:sp>
        <p:nvSpPr>
          <p:cNvPr id="31" name="平行四边形 10"/>
          <p:cNvSpPr/>
          <p:nvPr>
            <p:custDataLst>
              <p:tags r:id="rId21"/>
            </p:custDataLst>
          </p:nvPr>
        </p:nvSpPr>
        <p:spPr>
          <a:xfrm rot="5400000">
            <a:off x="6474133" y="3194143"/>
            <a:ext cx="1232674" cy="474619"/>
          </a:xfrm>
          <a:prstGeom prst="parallelogram">
            <a:avLst>
              <a:gd name="adj" fmla="val 66048"/>
            </a:avLst>
          </a:prstGeom>
          <a:gradFill>
            <a:gsLst>
              <a:gs pos="100000">
                <a:schemeClr val="accent2">
                  <a:alpha val="100000"/>
                </a:schemeClr>
              </a:gs>
              <a:gs pos="0">
                <a:schemeClr val="accent2">
                  <a:lumMod val="90000"/>
                  <a:alpha val="10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sz="172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cxnSp>
        <p:nvCxnSpPr>
          <p:cNvPr id="32" name="直接连接符 23"/>
          <p:cNvCxnSpPr/>
          <p:nvPr>
            <p:custDataLst>
              <p:tags r:id="rId22"/>
            </p:custDataLst>
          </p:nvPr>
        </p:nvCxnSpPr>
        <p:spPr>
          <a:xfrm rot="10800000" flipV="1">
            <a:off x="7320435" y="3976422"/>
            <a:ext cx="0" cy="1101577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7"/>
          <p:cNvSpPr/>
          <p:nvPr>
            <p:custDataLst>
              <p:tags r:id="rId23"/>
            </p:custDataLst>
          </p:nvPr>
        </p:nvSpPr>
        <p:spPr>
          <a:xfrm>
            <a:off x="7504369" y="4533909"/>
            <a:ext cx="1658737" cy="544416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altLang="en-US" sz="1720" b="1" dirty="0">
                <a:solidFill>
                  <a:schemeClr val="accent2"/>
                </a:solidFill>
                <a:latin typeface="+mj-lt"/>
              </a:rPr>
              <a:t>Verify integrity</a:t>
            </a:r>
            <a:endParaRPr lang="en-IN" altLang="en-US" sz="1720" b="1" dirty="0">
              <a:solidFill>
                <a:schemeClr val="accent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Mechanism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→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IPFS 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CID generated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CID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→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Stored in blockchain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Retrieval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→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CID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Verification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→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Hash comparison 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Ethereum (Blockchain)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IPFS (Storage)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Pinata (Pinning service)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Remix IDE (Smart Contracts)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React.js (Frontend)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MetaMask (Authentication)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single point of failure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Improved security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integrity ensured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 System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indent="0">
              <a:buClr>
                <a:srgbClr val="000000"/>
              </a:buClr>
              <a:buSzPct val="120000"/>
              <a:buFont typeface="Arial" panose="020B0604020202020204" pitchFamily="34" charset="0"/>
              <a:buNone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indent="0">
              <a:lnSpc>
                <a:spcPct val="11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None/>
            </a:pPr>
            <a:r>
              <a:rPr lang="en-IN" altLang="en-US" sz="3200" b="0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Advantages:</a:t>
            </a:r>
            <a:endParaRPr lang="en-IN" altLang="en-US" sz="3200" b="0" strike="noStrik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 &amp; immutable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storage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integrity guaranteed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 system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None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Limitations: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Gas fess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 delay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IPFS pinning required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643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 (Patient data)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Finance (secure documents)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Education (certificates)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Supply chain &amp; digital identity</a:t>
            </a: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alt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Successfully built secure system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Combines blockchain + IPFS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Ensures integrity and security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10000"/>
              </a:lnSpc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r>
              <a:rPr lang="en-I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 than traditional systems</a:t>
            </a:r>
            <a:endParaRPr lang="en-I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buClr>
                <a:srgbClr val="000000"/>
              </a:buClr>
              <a:buSzPct val="120000"/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8196_2*m_h_a*1_3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1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3_4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4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2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3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1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1_1"/>
  <p:tag name="KSO_WM_UNIT_SUBTYPE" val="d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FILL_TYPE" val="3"/>
  <p:tag name="KSO_WM_UNIT_TEXT_FILL_TYPE" val="3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2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2"/>
  <p:tag name="KSO_WM_UNIT_SUBTYPE" val="d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3"/>
  <p:tag name="KSO_WM_UNIT_TEXT_FILL_TYPE" val="3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3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3"/>
  <p:tag name="KSO_WM_UNIT_SUBTYPE" val="d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FILL_TYPE" val="3"/>
  <p:tag name="KSO_WM_UNIT_TEXT_FILL_TYPE" val="3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2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1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96_2*m_h_i*1_3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8196_2*m_h_a*1_2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8196_2*m_h_a*1_1_1"/>
  <p:tag name="KSO_WM_TEMPLATE_CATEGORY" val="diagram"/>
  <p:tag name="KSO_WM_TEMPLATE_INDEX" val="20238196"/>
  <p:tag name="KSO_WM_UNIT_LAYERLEVEL" val="1_1_1"/>
  <p:tag name="KSO_WM_TAG_VERSION" val="3.0"/>
  <p:tag name="KSO_WM_BEAUTIFY_FLAG" val="#wm#"/>
  <p:tag name="KSO_WM_DIAGRAM_GROUP_CODE" val="m1-1"/>
  <p:tag name="KSO_WM_DIAGRAM_MAX_ITEMCNT" val="6"/>
  <p:tag name="KSO_WM_DIAGRAM_MIN_ITEMCNT" val="2"/>
  <p:tag name="KSO_WM_DIAGRAM_VIRTUALLY_FRAME" val="{&quot;height&quot;:322.77402071620736,&quot;left&quot;:-143.6,&quot;top&quot;:256.26188976377955,&quot;width&quot;:72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2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2"/>
  <p:tag name="KSO_WM_UNIT_SUBTYPE" val="d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3"/>
  <p:tag name="KSO_WM_UNIT_TEXT_FILL_TYPE" val="3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2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1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2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3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8196_2*m_h_a*1_2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3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3"/>
  <p:tag name="KSO_WM_UNIT_SUBTYPE" val="d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FILL_TYPE" val="3"/>
  <p:tag name="KSO_WM_UNIT_TEXT_FILL_TYPE" val="3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3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8196_2*m_h_a*1_3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3_4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3_4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2_2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2"/>
  <p:tag name="KSO_WM_UNIT_SUBTYPE" val="d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30000001192092896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2,&quot;pos&quot;:0,&quot;transparency&quot;:0},{&quot;brightness&quot;:0,&quot;colorType&quot;:2,&quot;pos&quot;:1,&quot;rgb&quot;:&quot;#ffffff&quot;,&quot;transparency&quot;:0.2509799897670746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3"/>
  <p:tag name="KSO_WM_UNIT_TEXT_FILL_TYPE" val="3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2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1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gradient&quot;:[{&quot;brightness&quot;:0,&quot;colorType&quot;:1,&quot;foreColorIndex&quot;:5,&quot;pos&quot;:1,&quot;transparency&quot;:0},{&quot;brightness&quot;:-0.10000000149011612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96_2*m_h_i*1_2_3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UNIT_TYPE" val="m_h_i"/>
  <p:tag name="KSO_WM_UNIT_INDEX" val="1_2_3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8196_2*m_h_a*1_2_1"/>
  <p:tag name="KSO_WM_TEMPLATE_CATEGORY" val="diagram"/>
  <p:tag name="KSO_WM_TEMPLATE_INDEX" val="20238196"/>
  <p:tag name="KSO_WM_UNIT_LAYERLEVEL" val="1_1_1"/>
  <p:tag name="KSO_WM_TAG_VERSION" val="3.0"/>
  <p:tag name="KSO_WM_DIAGRAM_GROUP_CODE" val="m1-1"/>
  <p:tag name="KSO_WM_DIAGRAM_MAX_ITEMCNT" val="6"/>
  <p:tag name="KSO_WM_DIAGRAM_MIN_ITEMCNT" val="2"/>
  <p:tag name="KSO_WM_DIAGRAM_VIRTUALLY_FRAME" val="{&quot;height&quot;:322.77402071620736,&quot;left&quot;:0,&quot;top&quot;:167.26188976377952,&quot;width&quot;:72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"/>
  <p:tag name="KSO_WM_DIAGRAM_VERSION" val="3"/>
  <p:tag name="KSO_WM_DIAGRAM_COLOR_TRICK" val="1"/>
  <p:tag name="KSO_WM_DIAGRAM_COLOR_TEXT_CAN_REMOVE" val="n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resource_record_key" val="{&quot;70&quot;:[331411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24.xml><?xml version="1.0" encoding="utf-8"?>
<ds:datastoreItem xmlns:ds="http://schemas.openxmlformats.org/officeDocument/2006/customXml" ds:itemID="{4A62A602-78C1-468C-BB25-57CD481DB741}">
  <ds:schemaRefs/>
</ds:datastoreItem>
</file>

<file path=customXml/itemProps25.xml><?xml version="1.0" encoding="utf-8"?>
<ds:datastoreItem xmlns:ds="http://schemas.openxmlformats.org/officeDocument/2006/customXml" ds:itemID="{737ED6F0-5E4C-4CD0-9B68-9C53F925A6F7}">
  <ds:schemaRefs/>
</ds:datastoreItem>
</file>

<file path=customXml/itemProps26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1775</Words>
  <Application>WPS Presentation</Application>
  <PresentationFormat>On-screen Show (4:3)</PresentationFormat>
  <Paragraphs>242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Wingdings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Aditya Kumar</cp:lastModifiedBy>
  <cp:revision>2305</cp:revision>
  <dcterms:created xsi:type="dcterms:W3CDTF">2010-04-09T07:36:00Z</dcterms:created>
  <dcterms:modified xsi:type="dcterms:W3CDTF">2026-04-29T05:43:45Z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1033-12.1.0.25242</vt:lpwstr>
  </property>
  <property fmtid="{D5CDD505-2E9C-101B-9397-08002B2CF9AE}" pid="15" name="ICV">
    <vt:lpwstr>F1AFAE9F2A494148A808BDDCC1374A92_12</vt:lpwstr>
  </property>
</Properties>
</file>